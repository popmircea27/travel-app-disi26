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Story Points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Week 1 (Apr 7–14)</c:v>
                  </c:pt>
                  <c:pt idx="1">
                    <c:v>Week 2 (Apr 15–21)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4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325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Sprint 1 Review &amp;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DBEAFE"/>
                </a:solidFill>
              </a:rPr>
              <a:t>Retrospective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6459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BEAFE"/>
                </a:solidFill>
              </a:rPr>
              <a:t>Travel App  ·  DISI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Augustin Sasu  (Database)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Man Mihai  (Backend)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Andrei Dorneanu  (Backend)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Casiana Cosma  (Frontend)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Andreea Anastasiu  (Frontend)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Apr 7 – Apr 21,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Travel App DISI'26 — Sprint 1 Goal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011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BEAFE"/>
                </a:solidFill>
              </a:rPr>
              <a:t>42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Story Points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Committed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2011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BEAFE"/>
                </a:solidFill>
              </a:rPr>
              <a:t>42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2316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Story Points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Completed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2011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BEAFE"/>
                </a:solidFill>
              </a:rPr>
              <a:t>100%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1772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Sprint Goal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Achieved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12280" y="1188720"/>
            <a:ext cx="2011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BEAFE"/>
                </a:solidFill>
              </a:rPr>
              <a:t>42 SP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1228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Velocity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2331720"/>
            <a:ext cx="28346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2331720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Database Foundation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697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PostgreSQL schema, init scripts &amp; seed data (Augustin Sasu)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3566160"/>
            <a:ext cx="28346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566160"/>
            <a:ext cx="54864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3630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Backend — Auth Module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3931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Spring Boot: security config, JWT, login &amp; register endpoints (Andrei Dorneanu)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54680" y="2331720"/>
            <a:ext cx="28346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2331720"/>
            <a:ext cx="54864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Backend — User Module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64408" y="2697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User profile functionality, unit &amp; integration tests (Man Mihai)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54680" y="3566160"/>
            <a:ext cx="28346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356616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3630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Frontend — Setup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64408" y="3931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React + Vite bootstrap, API service layer, dependencies (Andreea Anastasiu)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2331720"/>
            <a:ext cx="28346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233172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Frontend — UI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36208" y="2697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Login/Register screens, Navbar, User Profile page (Casiana Cosma)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Augustin Sasu — Database Foundation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SCRUM-17 · SCRUM-18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4206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8872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344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SCRUM-17 — Database Schema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536192"/>
            <a:ext cx="4041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Designed full PostgreSQL schema: tables, relationships, constraints &amp; indices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Covers user management and future travel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2514600"/>
            <a:ext cx="4206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251460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56032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SQL Initialization Scripts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" y="2862072"/>
            <a:ext cx="4041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SQL scripts for database setup — any team member can spin up local DB from scratch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Single-command setup for consistent environments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3794760"/>
            <a:ext cx="42062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3794760"/>
            <a:ext cx="6400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84048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DB Seed / Spring Initializer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" y="4142232"/>
            <a:ext cx="4041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DatabaseInitializer component runs on startup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Ensures schema consistency: tables, default values, test 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42062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188720"/>
            <a:ext cx="64008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2344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Problems Encountered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1536192"/>
            <a:ext cx="4041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None — task completed on time (Apr 15)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Passed review without issues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Note: DB schema was delivered late relative to backend needs — this caused some blocking in week 1 for the backend team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154680"/>
            <a:ext cx="420624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154680"/>
            <a:ext cx="64008" cy="1645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320040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What Should Be Improved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3502152"/>
            <a:ext cx="4041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Start DB schema earlier (Day 1–2 of sprint) to unblock backend team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Define schema contract with backend before implementation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Add seed data covering edge cases for better test coverage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Man Mihai — Backend Development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Security · User Profile · Testing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420624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88720"/>
            <a:ext cx="6400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344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SCRUM-30 — Spring Security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536192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JWT-based stateless auth, filter chain, CORS config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Public vs protected route rules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2331720"/>
            <a:ext cx="420624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2331720"/>
            <a:ext cx="6400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3774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SCRUM-32 — User Profile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" y="2679192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GET/PUT endpoints, DTO mapping, input validation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Secured so only authenticated users access own profile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3474720"/>
            <a:ext cx="4206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3474720"/>
            <a:ext cx="6400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5204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SCRUM-33 &amp; 34 — Tests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" y="3822192"/>
            <a:ext cx="4041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JUnit/Mockito unit tests + Spring Boot integration tests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Auth &amp; user layers, happy-path and edge cases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420624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188720"/>
            <a:ext cx="64008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2344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Problems Encountered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1536192"/>
            <a:ext cx="4041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SCRUM-32 briefly re-opened Apr 19 → fixed same day (3:32 pm)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Minor review issue — turnaround was fast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No major blockers; all tasks completed within sprint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42062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71800"/>
            <a:ext cx="6400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301752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What Should Be Improved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3319272"/>
            <a:ext cx="4041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Self-review checklist before marking task 'Done' to avoid re-opens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Define OpenAPI spec upfront to reduce integration friction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Start integration tests earlier — don't leave for end of sprint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Add mobile/responsive awareness even on API layer contracts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Andrei Dorneanu — Backend Development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Authentication Controller &amp; Endpoints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42062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88720"/>
            <a:ext cx="6400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344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SCRUM-25 — US1: User Login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536192"/>
            <a:ext cx="4041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Login endpoint: credential validation, JWT generation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Error handling for invalid credentials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2377440"/>
            <a:ext cx="42062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2377440"/>
            <a:ext cx="6400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4231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SCRUM-29 — US2: User Register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" y="2724912"/>
            <a:ext cx="4041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Registration flow: input validation, BCrypt hashing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Duplicate-email check and user persistence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3566160"/>
            <a:ext cx="42062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3566160"/>
            <a:ext cx="64008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61188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SCRUM-31 — US4: Auth Controller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" y="3913632"/>
            <a:ext cx="4041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AuthController exposing /api/auth/login and /api/auth/register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Wired to auth service layer, fully functional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420624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188720"/>
            <a:ext cx="64008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2344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Problems Encountered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1536192"/>
            <a:ext cx="4041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All tasks completed on time, no roadblocks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Backend auth module is fully functional and tested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88920"/>
            <a:ext cx="42062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788920"/>
            <a:ext cx="64008" cy="2011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8346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What Should Be Improved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3136392"/>
            <a:ext cx="40416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Swagger/OpenAPI documentation should be published at sprint start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Work started mostly in week 2 — better to distribute across both weeks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Add refresh-token endpoint in next sprint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Error responses should follow a standardized format across all endpoints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Andreea Anastasiu — Frontend Development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React Setup · Auth UI · Dependencies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420624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88720"/>
            <a:ext cx="6400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344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SCRUM-38 — Init React + Vite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536192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Bootstrapped React + Vite with folder structure, ESLint, env vars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2331720"/>
            <a:ext cx="420624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2331720"/>
            <a:ext cx="6400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3774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SCRUM-39 — Frontend Dependencies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" y="2679192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React Router, Axios, TailwindCSS, form/validation libraries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3474720"/>
            <a:ext cx="4206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3474720"/>
            <a:ext cx="6400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5204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SCRUM-41 — Login &amp; Register UI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" y="3822192"/>
            <a:ext cx="4041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Login/Register pages with form validation and error display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Connected to backend auth API endpoints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420624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188720"/>
            <a:ext cx="64008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2344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Problems Encountered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1536192"/>
            <a:ext cx="4041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All tasks completed successfully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Login/Register UI functional and integrated with backend auth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No major blockers reported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88920"/>
            <a:ext cx="42062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788920"/>
            <a:ext cx="64008" cy="2011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8346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What Should Be Improved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3136392"/>
            <a:ext cx="40416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No mobile/responsive testing was done — add to Definition of Done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API integration started late (dependent on backend readiness)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Loading states and error UX could be more polished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Component reuse between Login and Register pages can be improved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Casiana Cosma — Frontend Development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Navbar · User Profile UI · API Service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42062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8872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344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SCRUM-40 — API Service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536192"/>
            <a:ext cx="4041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Centralized Axios module with JWT interceptors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Error handling used by all frontend components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2377440"/>
            <a:ext cx="42062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237744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4231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SCRUM-42 — Navigation (Navbar)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" y="2724912"/>
            <a:ext cx="4041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Responsive Navbar with routing, active-link highlighting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Conditional render: logged-in vs guest state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3566160"/>
            <a:ext cx="4206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3566160"/>
            <a:ext cx="64008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61188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SCRUM-43 — User Profile Page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" y="3913632"/>
            <a:ext cx="4041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Profile page displaying user info from backend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Edit mode for updating profile details (done Apr 21)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420624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188720"/>
            <a:ext cx="64008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2344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Problems Encountered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1536192"/>
            <a:ext cx="4041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All tasks completed successfully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SCRUM-43 finished Apr 21 (last day of sprint)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Centralized API service used across entire frontend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88920"/>
            <a:ext cx="42062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788920"/>
            <a:ext cx="64008" cy="2011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8346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What Should Be Improved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3136392"/>
            <a:ext cx="40416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Profile page finished on the last day — aim to complete 1–2 days earlier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No mobile responsiveness tested on Navbar or Profile page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Global error handling in API service should surface better UI feedback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Consider adding token-expiry handling / auto-logout in Sprint 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Sprint 1 Process Review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What went well · What to improve · Commitments for Sprint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28346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✔  What Worked Well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1554480"/>
            <a:ext cx="283464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All 42 story points delivered — 100% sprint goal achieved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Good Jira usage: tasks tracked, burndown updated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Backend &amp; frontend decoupled via REST API contract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Git branching (feature/SCRUM-XX) followed consistently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Merge requests used with peer review before merge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143000"/>
            <a:ext cx="28346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 What Could Be Improved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4680" y="1554480"/>
            <a:ext cx="283464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Late start: most work in week 2 (Apr 14–21), not week 1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DB schema delivered late — blocked backend in week 1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No OpenAPI/Swagger contract upfront — integration delays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One task re-opened (SCRUM-32) — review process needs tightening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No mobile/responsive testing for any UI component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8346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Sprint 2 Commitments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83464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E293B"/>
                </a:solidFill>
              </a:rPr>
              <a:t>Define &amp; publish OpenAPI spec at sprint start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E293B"/>
                </a:solidFill>
              </a:rPr>
              <a:t>DB schema + seed data ready by Day 2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E293B"/>
                </a:solidFill>
              </a:rPr>
              <a:t>Mobile responsiveness in Definition of Done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E293B"/>
                </a:solidFill>
              </a:rPr>
              <a:t>Self-review checklist before marking 'Done'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E293B"/>
                </a:solidFill>
              </a:rPr>
              <a:t>Distribute work evenly across week 1 &amp; 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Team Velocity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BEAFE"/>
                </a:solidFill>
              </a:rPr>
              <a:t>Sprint 1 — Story Points Burned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BEAFE"/>
                </a:solidFill>
              </a:rPr>
              <a:t>42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Story Points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Committed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19202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5087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BEAFE"/>
                </a:solidFill>
              </a:rPr>
              <a:t>42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6032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Story Points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Completed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19202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5087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BEAFE"/>
                </a:solidFill>
              </a:rPr>
              <a:t>100%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Sprint Goal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Achieved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417320"/>
            <a:ext cx="19202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5087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BEAFE"/>
                </a:solidFill>
              </a:rPr>
              <a:t>42 SP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6656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Velocity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3063240"/>
          <a:ext cx="82296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Note: Work started late (Apr 15). Most story points burned in week 2. All 42 SP completed.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1 Review &amp; Retrospective – Travel App</dc:title>
  <dc:subject>PptxGenJS Presentation</dc:subject>
  <dc:creator>PptxGenJS</dc:creator>
  <cp:lastModifiedBy>PptxGenJS</cp:lastModifiedBy>
  <cp:revision>1</cp:revision>
  <dcterms:created xsi:type="dcterms:W3CDTF">2026-05-20T06:20:17Z</dcterms:created>
  <dcterms:modified xsi:type="dcterms:W3CDTF">2026-05-20T06:20:17Z</dcterms:modified>
</cp:coreProperties>
</file>